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nton" panose="020F0502020204030204" pitchFamily="2" charset="0"/>
      <p:regular r:id="rId6"/>
    </p:embeddedFont>
    <p:embeddedFont>
      <p:font typeface="IBM Plex Sans" panose="020F0502020204030204" pitchFamily="34" charset="0"/>
      <p:regular r:id="rId7"/>
    </p:embeddedFont>
    <p:embeddedFont>
      <p:font typeface="IBM Plex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52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87728" y="1028700"/>
            <a:ext cx="20688751" cy="0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137227" y="3977913"/>
            <a:ext cx="655817" cy="2381661"/>
            <a:chOff x="0" y="0"/>
            <a:chExt cx="181635" cy="6596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635" cy="659623"/>
            </a:xfrm>
            <a:custGeom>
              <a:avLst/>
              <a:gdLst/>
              <a:ahLst/>
              <a:cxnLst/>
              <a:rect l="l" t="t" r="r" b="b"/>
              <a:pathLst>
                <a:path w="181635" h="659623">
                  <a:moveTo>
                    <a:pt x="0" y="0"/>
                  </a:moveTo>
                  <a:lnTo>
                    <a:pt x="181635" y="0"/>
                  </a:lnTo>
                  <a:lnTo>
                    <a:pt x="181635" y="659623"/>
                  </a:lnTo>
                  <a:lnTo>
                    <a:pt x="0" y="659623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1635" cy="697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11985" y="6916274"/>
            <a:ext cx="258578" cy="258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8768" tIns="58768" rIns="58768" bIns="58768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062257" y="1304294"/>
            <a:ext cx="3697691" cy="1139147"/>
          </a:xfrm>
          <a:custGeom>
            <a:avLst/>
            <a:gdLst/>
            <a:ahLst/>
            <a:cxnLst/>
            <a:rect l="l" t="t" r="r" b="b"/>
            <a:pathLst>
              <a:path w="3697691" h="1139147">
                <a:moveTo>
                  <a:pt x="0" y="0"/>
                </a:moveTo>
                <a:lnTo>
                  <a:pt x="3697690" y="0"/>
                </a:lnTo>
                <a:lnTo>
                  <a:pt x="3697690" y="1139147"/>
                </a:lnTo>
                <a:lnTo>
                  <a:pt x="0" y="113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056" t="-33681" r="-65210" b="-847151"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-503699" y="9602339"/>
            <a:ext cx="20576163" cy="4762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728609" y="990600"/>
            <a:ext cx="1711752" cy="1869982"/>
          </a:xfrm>
          <a:custGeom>
            <a:avLst/>
            <a:gdLst/>
            <a:ahLst/>
            <a:cxnLst/>
            <a:rect l="l" t="t" r="r" b="b"/>
            <a:pathLst>
              <a:path w="1711752" h="1869982">
                <a:moveTo>
                  <a:pt x="0" y="0"/>
                </a:moveTo>
                <a:lnTo>
                  <a:pt x="1711753" y="0"/>
                </a:lnTo>
                <a:lnTo>
                  <a:pt x="1711753" y="1869982"/>
                </a:lnTo>
                <a:lnTo>
                  <a:pt x="0" y="186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3913" y="2707485"/>
            <a:ext cx="550967" cy="4872030"/>
          </a:xfrm>
          <a:custGeom>
            <a:avLst/>
            <a:gdLst/>
            <a:ahLst/>
            <a:cxnLst/>
            <a:rect l="l" t="t" r="r" b="b"/>
            <a:pathLst>
              <a:path w="550967" h="4872030">
                <a:moveTo>
                  <a:pt x="0" y="0"/>
                </a:moveTo>
                <a:lnTo>
                  <a:pt x="550966" y="0"/>
                </a:lnTo>
                <a:lnTo>
                  <a:pt x="550966" y="4872030"/>
                </a:lnTo>
                <a:lnTo>
                  <a:pt x="0" y="487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834853" y="9649395"/>
            <a:ext cx="925095" cy="920423"/>
          </a:xfrm>
          <a:custGeom>
            <a:avLst/>
            <a:gdLst/>
            <a:ahLst/>
            <a:cxnLst/>
            <a:rect l="l" t="t" r="r" b="b"/>
            <a:pathLst>
              <a:path w="925095" h="920423">
                <a:moveTo>
                  <a:pt x="0" y="0"/>
                </a:moveTo>
                <a:lnTo>
                  <a:pt x="925094" y="0"/>
                </a:lnTo>
                <a:lnTo>
                  <a:pt x="925094" y="920422"/>
                </a:lnTo>
                <a:lnTo>
                  <a:pt x="0" y="920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-2919375" y="9022784"/>
            <a:ext cx="6695199" cy="759960"/>
            <a:chOff x="0" y="0"/>
            <a:chExt cx="8926932" cy="1013280"/>
          </a:xfrm>
        </p:grpSpPr>
        <p:sp>
          <p:nvSpPr>
            <p:cNvPr id="15" name="Freeform 15"/>
            <p:cNvSpPr/>
            <p:nvPr/>
          </p:nvSpPr>
          <p:spPr>
            <a:xfrm>
              <a:off x="3899382" y="0"/>
              <a:ext cx="4769411" cy="819743"/>
            </a:xfrm>
            <a:custGeom>
              <a:avLst/>
              <a:gdLst/>
              <a:ahLst/>
              <a:cxnLst/>
              <a:rect l="l" t="t" r="r" b="b"/>
              <a:pathLst>
                <a:path w="4769411" h="819743">
                  <a:moveTo>
                    <a:pt x="0" y="0"/>
                  </a:moveTo>
                  <a:lnTo>
                    <a:pt x="4769411" y="0"/>
                  </a:lnTo>
                  <a:lnTo>
                    <a:pt x="4769411" y="819743"/>
                  </a:lnTo>
                  <a:lnTo>
                    <a:pt x="0" y="81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819743"/>
              <a:ext cx="8926932" cy="193538"/>
            </a:xfrm>
            <a:custGeom>
              <a:avLst/>
              <a:gdLst/>
              <a:ahLst/>
              <a:cxnLst/>
              <a:rect l="l" t="t" r="r" b="b"/>
              <a:pathLst>
                <a:path w="8926932" h="193538">
                  <a:moveTo>
                    <a:pt x="0" y="0"/>
                  </a:moveTo>
                  <a:lnTo>
                    <a:pt x="8926932" y="0"/>
                  </a:lnTo>
                  <a:lnTo>
                    <a:pt x="8926932" y="193537"/>
                  </a:lnTo>
                  <a:lnTo>
                    <a:pt x="0" y="19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8700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NOVIEMBRE 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83761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NORTE DE SANTANDER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33913" y="9716070"/>
            <a:ext cx="18288000" cy="5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757" spc="-157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FUNDACIÓN ESTUDIOS SUPERIORES COMFANORTE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2877" y="3480622"/>
            <a:ext cx="16742247" cy="606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Goal: Automated Hotel El Bosque Reservation System using rigorous UML.</a:t>
            </a:r>
          </a:p>
          <a:p>
            <a:pPr algn="just">
              <a:lnSpc>
                <a:spcPts val="1399"/>
              </a:lnSpc>
            </a:pPr>
            <a:endParaRPr lang="en-US" sz="3300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Structural Integrity: Defined by the Class Diagram (Reservation, Room, Guest).</a:t>
            </a:r>
          </a:p>
          <a:p>
            <a:pPr algn="just">
              <a:lnSpc>
                <a:spcPts val="1399"/>
              </a:lnSpc>
            </a:pPr>
            <a:endParaRPr lang="en-US" sz="3300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Validation: Sequence Diagram validated critical business logic (Check-in/Billing flow).</a:t>
            </a:r>
          </a:p>
          <a:p>
            <a:pPr algn="just">
              <a:lnSpc>
                <a:spcPts val="1399"/>
              </a:lnSpc>
            </a:pPr>
            <a:endParaRPr lang="en-US" sz="3300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Coherence: State Diagram ensured seamless status evolution, preventing errors.</a:t>
            </a:r>
          </a:p>
          <a:p>
            <a:pPr algn="just">
              <a:lnSpc>
                <a:spcPts val="1399"/>
              </a:lnSpc>
            </a:pPr>
            <a:endParaRPr lang="en-US" sz="3300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Architecture: Deployment Diagram mapped the technical setup </a:t>
            </a:r>
          </a:p>
          <a:p>
            <a:pPr algn="just">
              <a:lnSpc>
                <a:spcPts val="1399"/>
              </a:lnSpc>
            </a:pPr>
            <a:endParaRPr lang="en-US" sz="3300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712470" lvl="1" indent="-356235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Result: UML methodology aligned business requirements with a scalable technical solution.</a:t>
            </a:r>
          </a:p>
          <a:p>
            <a:pPr algn="just">
              <a:lnSpc>
                <a:spcPts val="4620"/>
              </a:lnSpc>
            </a:pPr>
            <a:endParaRPr lang="en-US" sz="3300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70563" y="1574923"/>
            <a:ext cx="10464948" cy="177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6800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RESERVATION MANAGEMENT HOTEL EL BOSQUE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87728" y="1028700"/>
            <a:ext cx="20688751" cy="0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945926" y="6213327"/>
            <a:ext cx="702947" cy="702947"/>
          </a:xfrm>
          <a:custGeom>
            <a:avLst/>
            <a:gdLst/>
            <a:ahLst/>
            <a:cxnLst/>
            <a:rect l="l" t="t" r="r" b="b"/>
            <a:pathLst>
              <a:path w="702947" h="702947">
                <a:moveTo>
                  <a:pt x="0" y="0"/>
                </a:moveTo>
                <a:lnTo>
                  <a:pt x="702948" y="0"/>
                </a:lnTo>
                <a:lnTo>
                  <a:pt x="702948" y="702947"/>
                </a:lnTo>
                <a:lnTo>
                  <a:pt x="0" y="702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137227" y="3977913"/>
            <a:ext cx="655817" cy="2381661"/>
            <a:chOff x="0" y="0"/>
            <a:chExt cx="181635" cy="6596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635" cy="659623"/>
            </a:xfrm>
            <a:custGeom>
              <a:avLst/>
              <a:gdLst/>
              <a:ahLst/>
              <a:cxnLst/>
              <a:rect l="l" t="t" r="r" b="b"/>
              <a:pathLst>
                <a:path w="181635" h="659623">
                  <a:moveTo>
                    <a:pt x="0" y="0"/>
                  </a:moveTo>
                  <a:lnTo>
                    <a:pt x="181635" y="0"/>
                  </a:lnTo>
                  <a:lnTo>
                    <a:pt x="181635" y="659623"/>
                  </a:lnTo>
                  <a:lnTo>
                    <a:pt x="0" y="659623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1635" cy="697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11985" y="6916274"/>
            <a:ext cx="258578" cy="25857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8768" tIns="58768" rIns="58768" bIns="58768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4062257" y="1669711"/>
            <a:ext cx="3697691" cy="1139147"/>
          </a:xfrm>
          <a:custGeom>
            <a:avLst/>
            <a:gdLst/>
            <a:ahLst/>
            <a:cxnLst/>
            <a:rect l="l" t="t" r="r" b="b"/>
            <a:pathLst>
              <a:path w="3697691" h="1139147">
                <a:moveTo>
                  <a:pt x="0" y="0"/>
                </a:moveTo>
                <a:lnTo>
                  <a:pt x="3697690" y="0"/>
                </a:lnTo>
                <a:lnTo>
                  <a:pt x="3697690" y="1139148"/>
                </a:lnTo>
                <a:lnTo>
                  <a:pt x="0" y="1139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056" t="-33681" r="-65210" b="-847151"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-1395697" y="9258300"/>
            <a:ext cx="20576163" cy="4762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728609" y="1304294"/>
            <a:ext cx="1711752" cy="1869982"/>
          </a:xfrm>
          <a:custGeom>
            <a:avLst/>
            <a:gdLst/>
            <a:ahLst/>
            <a:cxnLst/>
            <a:rect l="l" t="t" r="r" b="b"/>
            <a:pathLst>
              <a:path w="1711752" h="1869982">
                <a:moveTo>
                  <a:pt x="0" y="0"/>
                </a:moveTo>
                <a:lnTo>
                  <a:pt x="1711753" y="0"/>
                </a:lnTo>
                <a:lnTo>
                  <a:pt x="1711753" y="1869982"/>
                </a:lnTo>
                <a:lnTo>
                  <a:pt x="0" y="1869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33913" y="2707485"/>
            <a:ext cx="550967" cy="4872030"/>
          </a:xfrm>
          <a:custGeom>
            <a:avLst/>
            <a:gdLst/>
            <a:ahLst/>
            <a:cxnLst/>
            <a:rect l="l" t="t" r="r" b="b"/>
            <a:pathLst>
              <a:path w="550967" h="4872030">
                <a:moveTo>
                  <a:pt x="0" y="0"/>
                </a:moveTo>
                <a:lnTo>
                  <a:pt x="550966" y="0"/>
                </a:lnTo>
                <a:lnTo>
                  <a:pt x="550966" y="4872030"/>
                </a:lnTo>
                <a:lnTo>
                  <a:pt x="0" y="48720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34853" y="9310687"/>
            <a:ext cx="925095" cy="920423"/>
          </a:xfrm>
          <a:custGeom>
            <a:avLst/>
            <a:gdLst/>
            <a:ahLst/>
            <a:cxnLst/>
            <a:rect l="l" t="t" r="r" b="b"/>
            <a:pathLst>
              <a:path w="925095" h="920423">
                <a:moveTo>
                  <a:pt x="0" y="0"/>
                </a:moveTo>
                <a:lnTo>
                  <a:pt x="925094" y="0"/>
                </a:lnTo>
                <a:lnTo>
                  <a:pt x="925094" y="920423"/>
                </a:lnTo>
                <a:lnTo>
                  <a:pt x="0" y="9204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565" y="8570916"/>
            <a:ext cx="3577059" cy="614807"/>
          </a:xfrm>
          <a:custGeom>
            <a:avLst/>
            <a:gdLst/>
            <a:ahLst/>
            <a:cxnLst/>
            <a:rect l="l" t="t" r="r" b="b"/>
            <a:pathLst>
              <a:path w="3577059" h="614807">
                <a:moveTo>
                  <a:pt x="0" y="0"/>
                </a:moveTo>
                <a:lnTo>
                  <a:pt x="3577059" y="0"/>
                </a:lnTo>
                <a:lnTo>
                  <a:pt x="3577059" y="614807"/>
                </a:lnTo>
                <a:lnTo>
                  <a:pt x="0" y="6148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801971" y="9185723"/>
            <a:ext cx="6695199" cy="145153"/>
          </a:xfrm>
          <a:custGeom>
            <a:avLst/>
            <a:gdLst/>
            <a:ahLst/>
            <a:cxnLst/>
            <a:rect l="l" t="t" r="r" b="b"/>
            <a:pathLst>
              <a:path w="6695199" h="145153">
                <a:moveTo>
                  <a:pt x="0" y="0"/>
                </a:moveTo>
                <a:lnTo>
                  <a:pt x="6695199" y="0"/>
                </a:lnTo>
                <a:lnTo>
                  <a:pt x="6695199" y="145154"/>
                </a:lnTo>
                <a:lnTo>
                  <a:pt x="0" y="1451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338327" y="1536338"/>
            <a:ext cx="702947" cy="702947"/>
          </a:xfrm>
          <a:custGeom>
            <a:avLst/>
            <a:gdLst/>
            <a:ahLst/>
            <a:cxnLst/>
            <a:rect l="l" t="t" r="r" b="b"/>
            <a:pathLst>
              <a:path w="702947" h="702947">
                <a:moveTo>
                  <a:pt x="0" y="0"/>
                </a:moveTo>
                <a:lnTo>
                  <a:pt x="702947" y="0"/>
                </a:lnTo>
                <a:lnTo>
                  <a:pt x="702947" y="702947"/>
                </a:lnTo>
                <a:lnTo>
                  <a:pt x="0" y="702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465135" y="1108818"/>
            <a:ext cx="4982980" cy="8069364"/>
          </a:xfrm>
          <a:custGeom>
            <a:avLst/>
            <a:gdLst/>
            <a:ahLst/>
            <a:cxnLst/>
            <a:rect l="l" t="t" r="r" b="b"/>
            <a:pathLst>
              <a:path w="4982980" h="8069364">
                <a:moveTo>
                  <a:pt x="0" y="0"/>
                </a:moveTo>
                <a:lnTo>
                  <a:pt x="4982980" y="0"/>
                </a:lnTo>
                <a:lnTo>
                  <a:pt x="4982980" y="8069364"/>
                </a:lnTo>
                <a:lnTo>
                  <a:pt x="0" y="8069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8700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NOVIEMBRE 2025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383761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NORTE DE SANTANDER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24388" y="9467850"/>
            <a:ext cx="18288000" cy="5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757" spc="-157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FUNDACIÓN ESTUDIOS SUPERIORES COMFANORTE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01783" y="3981699"/>
            <a:ext cx="5578623" cy="269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2"/>
              </a:lnSpc>
            </a:pPr>
            <a:r>
              <a:rPr lang="en-US" sz="10299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USE CASE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87728" y="1028700"/>
            <a:ext cx="20688751" cy="0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137227" y="3977913"/>
            <a:ext cx="655817" cy="2381661"/>
            <a:chOff x="0" y="0"/>
            <a:chExt cx="181635" cy="6596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635" cy="659623"/>
            </a:xfrm>
            <a:custGeom>
              <a:avLst/>
              <a:gdLst/>
              <a:ahLst/>
              <a:cxnLst/>
              <a:rect l="l" t="t" r="r" b="b"/>
              <a:pathLst>
                <a:path w="181635" h="659623">
                  <a:moveTo>
                    <a:pt x="0" y="0"/>
                  </a:moveTo>
                  <a:lnTo>
                    <a:pt x="181635" y="0"/>
                  </a:lnTo>
                  <a:lnTo>
                    <a:pt x="181635" y="659623"/>
                  </a:lnTo>
                  <a:lnTo>
                    <a:pt x="0" y="659623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1635" cy="697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11985" y="6916274"/>
            <a:ext cx="258578" cy="258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8768" tIns="58768" rIns="58768" bIns="58768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062257" y="1056644"/>
            <a:ext cx="3697691" cy="1139147"/>
          </a:xfrm>
          <a:custGeom>
            <a:avLst/>
            <a:gdLst/>
            <a:ahLst/>
            <a:cxnLst/>
            <a:rect l="l" t="t" r="r" b="b"/>
            <a:pathLst>
              <a:path w="3697691" h="1139147">
                <a:moveTo>
                  <a:pt x="0" y="0"/>
                </a:moveTo>
                <a:lnTo>
                  <a:pt x="3697690" y="0"/>
                </a:lnTo>
                <a:lnTo>
                  <a:pt x="3697690" y="1139147"/>
                </a:lnTo>
                <a:lnTo>
                  <a:pt x="0" y="113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056" t="-33681" r="-65210" b="-847151"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-503699" y="9602339"/>
            <a:ext cx="20576163" cy="4762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728609" y="990600"/>
            <a:ext cx="1711752" cy="1869982"/>
          </a:xfrm>
          <a:custGeom>
            <a:avLst/>
            <a:gdLst/>
            <a:ahLst/>
            <a:cxnLst/>
            <a:rect l="l" t="t" r="r" b="b"/>
            <a:pathLst>
              <a:path w="1711752" h="1869982">
                <a:moveTo>
                  <a:pt x="0" y="0"/>
                </a:moveTo>
                <a:lnTo>
                  <a:pt x="1711753" y="0"/>
                </a:lnTo>
                <a:lnTo>
                  <a:pt x="1711753" y="1869982"/>
                </a:lnTo>
                <a:lnTo>
                  <a:pt x="0" y="186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3913" y="2707485"/>
            <a:ext cx="550967" cy="4872030"/>
          </a:xfrm>
          <a:custGeom>
            <a:avLst/>
            <a:gdLst/>
            <a:ahLst/>
            <a:cxnLst/>
            <a:rect l="l" t="t" r="r" b="b"/>
            <a:pathLst>
              <a:path w="550967" h="4872030">
                <a:moveTo>
                  <a:pt x="0" y="0"/>
                </a:moveTo>
                <a:lnTo>
                  <a:pt x="550966" y="0"/>
                </a:lnTo>
                <a:lnTo>
                  <a:pt x="550966" y="4872030"/>
                </a:lnTo>
                <a:lnTo>
                  <a:pt x="0" y="487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834853" y="9649395"/>
            <a:ext cx="925095" cy="920423"/>
          </a:xfrm>
          <a:custGeom>
            <a:avLst/>
            <a:gdLst/>
            <a:ahLst/>
            <a:cxnLst/>
            <a:rect l="l" t="t" r="r" b="b"/>
            <a:pathLst>
              <a:path w="925095" h="920423">
                <a:moveTo>
                  <a:pt x="0" y="0"/>
                </a:moveTo>
                <a:lnTo>
                  <a:pt x="925094" y="0"/>
                </a:lnTo>
                <a:lnTo>
                  <a:pt x="925094" y="920422"/>
                </a:lnTo>
                <a:lnTo>
                  <a:pt x="0" y="920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-2919375" y="9022784"/>
            <a:ext cx="6695199" cy="759960"/>
            <a:chOff x="0" y="0"/>
            <a:chExt cx="8926932" cy="1013280"/>
          </a:xfrm>
        </p:grpSpPr>
        <p:sp>
          <p:nvSpPr>
            <p:cNvPr id="15" name="Freeform 15"/>
            <p:cNvSpPr/>
            <p:nvPr/>
          </p:nvSpPr>
          <p:spPr>
            <a:xfrm>
              <a:off x="3899382" y="0"/>
              <a:ext cx="4769411" cy="819743"/>
            </a:xfrm>
            <a:custGeom>
              <a:avLst/>
              <a:gdLst/>
              <a:ahLst/>
              <a:cxnLst/>
              <a:rect l="l" t="t" r="r" b="b"/>
              <a:pathLst>
                <a:path w="4769411" h="819743">
                  <a:moveTo>
                    <a:pt x="0" y="0"/>
                  </a:moveTo>
                  <a:lnTo>
                    <a:pt x="4769411" y="0"/>
                  </a:lnTo>
                  <a:lnTo>
                    <a:pt x="4769411" y="819743"/>
                  </a:lnTo>
                  <a:lnTo>
                    <a:pt x="0" y="81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819743"/>
              <a:ext cx="8926932" cy="193538"/>
            </a:xfrm>
            <a:custGeom>
              <a:avLst/>
              <a:gdLst/>
              <a:ahLst/>
              <a:cxnLst/>
              <a:rect l="l" t="t" r="r" b="b"/>
              <a:pathLst>
                <a:path w="8926932" h="193538">
                  <a:moveTo>
                    <a:pt x="0" y="0"/>
                  </a:moveTo>
                  <a:lnTo>
                    <a:pt x="8926932" y="0"/>
                  </a:lnTo>
                  <a:lnTo>
                    <a:pt x="8926932" y="193537"/>
                  </a:lnTo>
                  <a:lnTo>
                    <a:pt x="0" y="19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137227" y="3977913"/>
            <a:ext cx="655817" cy="2381661"/>
            <a:chOff x="0" y="0"/>
            <a:chExt cx="181635" cy="6596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635" cy="659623"/>
            </a:xfrm>
            <a:custGeom>
              <a:avLst/>
              <a:gdLst/>
              <a:ahLst/>
              <a:cxnLst/>
              <a:rect l="l" t="t" r="r" b="b"/>
              <a:pathLst>
                <a:path w="181635" h="659623">
                  <a:moveTo>
                    <a:pt x="0" y="0"/>
                  </a:moveTo>
                  <a:lnTo>
                    <a:pt x="181635" y="0"/>
                  </a:lnTo>
                  <a:lnTo>
                    <a:pt x="181635" y="659623"/>
                  </a:lnTo>
                  <a:lnTo>
                    <a:pt x="0" y="659623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1635" cy="697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46942" y="2860582"/>
            <a:ext cx="7563145" cy="5989538"/>
          </a:xfrm>
          <a:custGeom>
            <a:avLst/>
            <a:gdLst/>
            <a:ahLst/>
            <a:cxnLst/>
            <a:rect l="l" t="t" r="r" b="b"/>
            <a:pathLst>
              <a:path w="7563145" h="5989538">
                <a:moveTo>
                  <a:pt x="0" y="0"/>
                </a:moveTo>
                <a:lnTo>
                  <a:pt x="7563145" y="0"/>
                </a:lnTo>
                <a:lnTo>
                  <a:pt x="7563145" y="5989538"/>
                </a:lnTo>
                <a:lnTo>
                  <a:pt x="0" y="59895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726514" y="3241967"/>
            <a:ext cx="5639111" cy="6179848"/>
          </a:xfrm>
          <a:custGeom>
            <a:avLst/>
            <a:gdLst/>
            <a:ahLst/>
            <a:cxnLst/>
            <a:rect l="l" t="t" r="r" b="b"/>
            <a:pathLst>
              <a:path w="5639111" h="6179848">
                <a:moveTo>
                  <a:pt x="0" y="0"/>
                </a:moveTo>
                <a:lnTo>
                  <a:pt x="5639111" y="0"/>
                </a:lnTo>
                <a:lnTo>
                  <a:pt x="5639111" y="6179847"/>
                </a:lnTo>
                <a:lnTo>
                  <a:pt x="0" y="61798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NOVIEMBRE 2025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83761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NORTE DE SANTANDER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33913" y="9716070"/>
            <a:ext cx="18288000" cy="5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757" spc="-157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FUNDACIÓN ESTUDIOS SUPERIORES COMFANORTE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8609" y="1605754"/>
            <a:ext cx="10464948" cy="90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6800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ACTIVITY DIAGRAM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89138" y="2315879"/>
            <a:ext cx="10464948" cy="90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6800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CLASS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87728" y="1028700"/>
            <a:ext cx="20688751" cy="0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137227" y="3977913"/>
            <a:ext cx="655817" cy="2381661"/>
            <a:chOff x="0" y="0"/>
            <a:chExt cx="181635" cy="6596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635" cy="659623"/>
            </a:xfrm>
            <a:custGeom>
              <a:avLst/>
              <a:gdLst/>
              <a:ahLst/>
              <a:cxnLst/>
              <a:rect l="l" t="t" r="r" b="b"/>
              <a:pathLst>
                <a:path w="181635" h="659623">
                  <a:moveTo>
                    <a:pt x="0" y="0"/>
                  </a:moveTo>
                  <a:lnTo>
                    <a:pt x="181635" y="0"/>
                  </a:lnTo>
                  <a:lnTo>
                    <a:pt x="181635" y="659623"/>
                  </a:lnTo>
                  <a:lnTo>
                    <a:pt x="0" y="659623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1635" cy="697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911985" y="6916274"/>
            <a:ext cx="258578" cy="258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8768" tIns="58768" rIns="58768" bIns="58768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062257" y="1056644"/>
            <a:ext cx="3697691" cy="1139147"/>
          </a:xfrm>
          <a:custGeom>
            <a:avLst/>
            <a:gdLst/>
            <a:ahLst/>
            <a:cxnLst/>
            <a:rect l="l" t="t" r="r" b="b"/>
            <a:pathLst>
              <a:path w="3697691" h="1139147">
                <a:moveTo>
                  <a:pt x="0" y="0"/>
                </a:moveTo>
                <a:lnTo>
                  <a:pt x="3697690" y="0"/>
                </a:lnTo>
                <a:lnTo>
                  <a:pt x="3697690" y="1139147"/>
                </a:lnTo>
                <a:lnTo>
                  <a:pt x="0" y="113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056" t="-33681" r="-65210" b="-847151"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-503699" y="9602339"/>
            <a:ext cx="20576163" cy="4762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728609" y="990600"/>
            <a:ext cx="1711752" cy="1869982"/>
          </a:xfrm>
          <a:custGeom>
            <a:avLst/>
            <a:gdLst/>
            <a:ahLst/>
            <a:cxnLst/>
            <a:rect l="l" t="t" r="r" b="b"/>
            <a:pathLst>
              <a:path w="1711752" h="1869982">
                <a:moveTo>
                  <a:pt x="0" y="0"/>
                </a:moveTo>
                <a:lnTo>
                  <a:pt x="1711753" y="0"/>
                </a:lnTo>
                <a:lnTo>
                  <a:pt x="1711753" y="1869982"/>
                </a:lnTo>
                <a:lnTo>
                  <a:pt x="0" y="186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3913" y="2707485"/>
            <a:ext cx="550967" cy="4872030"/>
          </a:xfrm>
          <a:custGeom>
            <a:avLst/>
            <a:gdLst/>
            <a:ahLst/>
            <a:cxnLst/>
            <a:rect l="l" t="t" r="r" b="b"/>
            <a:pathLst>
              <a:path w="550967" h="4872030">
                <a:moveTo>
                  <a:pt x="0" y="0"/>
                </a:moveTo>
                <a:lnTo>
                  <a:pt x="550966" y="0"/>
                </a:lnTo>
                <a:lnTo>
                  <a:pt x="550966" y="4872030"/>
                </a:lnTo>
                <a:lnTo>
                  <a:pt x="0" y="487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834853" y="9649395"/>
            <a:ext cx="925095" cy="920423"/>
          </a:xfrm>
          <a:custGeom>
            <a:avLst/>
            <a:gdLst/>
            <a:ahLst/>
            <a:cxnLst/>
            <a:rect l="l" t="t" r="r" b="b"/>
            <a:pathLst>
              <a:path w="925095" h="920423">
                <a:moveTo>
                  <a:pt x="0" y="0"/>
                </a:moveTo>
                <a:lnTo>
                  <a:pt x="925094" y="0"/>
                </a:lnTo>
                <a:lnTo>
                  <a:pt x="925094" y="920422"/>
                </a:lnTo>
                <a:lnTo>
                  <a:pt x="0" y="920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-2919375" y="9022784"/>
            <a:ext cx="6695199" cy="759960"/>
            <a:chOff x="0" y="0"/>
            <a:chExt cx="8926932" cy="1013280"/>
          </a:xfrm>
        </p:grpSpPr>
        <p:sp>
          <p:nvSpPr>
            <p:cNvPr id="15" name="Freeform 15"/>
            <p:cNvSpPr/>
            <p:nvPr/>
          </p:nvSpPr>
          <p:spPr>
            <a:xfrm>
              <a:off x="3899382" y="0"/>
              <a:ext cx="4769411" cy="819743"/>
            </a:xfrm>
            <a:custGeom>
              <a:avLst/>
              <a:gdLst/>
              <a:ahLst/>
              <a:cxnLst/>
              <a:rect l="l" t="t" r="r" b="b"/>
              <a:pathLst>
                <a:path w="4769411" h="819743">
                  <a:moveTo>
                    <a:pt x="0" y="0"/>
                  </a:moveTo>
                  <a:lnTo>
                    <a:pt x="4769411" y="0"/>
                  </a:lnTo>
                  <a:lnTo>
                    <a:pt x="4769411" y="819743"/>
                  </a:lnTo>
                  <a:lnTo>
                    <a:pt x="0" y="81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819743"/>
              <a:ext cx="8926932" cy="193538"/>
            </a:xfrm>
            <a:custGeom>
              <a:avLst/>
              <a:gdLst/>
              <a:ahLst/>
              <a:cxnLst/>
              <a:rect l="l" t="t" r="r" b="b"/>
              <a:pathLst>
                <a:path w="8926932" h="193538">
                  <a:moveTo>
                    <a:pt x="0" y="0"/>
                  </a:moveTo>
                  <a:lnTo>
                    <a:pt x="8926932" y="0"/>
                  </a:lnTo>
                  <a:lnTo>
                    <a:pt x="8926932" y="193537"/>
                  </a:lnTo>
                  <a:lnTo>
                    <a:pt x="0" y="19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137227" y="3977913"/>
            <a:ext cx="655817" cy="2381661"/>
            <a:chOff x="0" y="0"/>
            <a:chExt cx="181635" cy="6596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635" cy="659623"/>
            </a:xfrm>
            <a:custGeom>
              <a:avLst/>
              <a:gdLst/>
              <a:ahLst/>
              <a:cxnLst/>
              <a:rect l="l" t="t" r="r" b="b"/>
              <a:pathLst>
                <a:path w="181635" h="659623">
                  <a:moveTo>
                    <a:pt x="0" y="0"/>
                  </a:moveTo>
                  <a:lnTo>
                    <a:pt x="181635" y="0"/>
                  </a:lnTo>
                  <a:lnTo>
                    <a:pt x="181635" y="659623"/>
                  </a:lnTo>
                  <a:lnTo>
                    <a:pt x="0" y="659623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1635" cy="697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985374" y="2469082"/>
            <a:ext cx="12272004" cy="6933682"/>
          </a:xfrm>
          <a:custGeom>
            <a:avLst/>
            <a:gdLst/>
            <a:ahLst/>
            <a:cxnLst/>
            <a:rect l="l" t="t" r="r" b="b"/>
            <a:pathLst>
              <a:path w="12272004" h="6933682">
                <a:moveTo>
                  <a:pt x="0" y="0"/>
                </a:moveTo>
                <a:lnTo>
                  <a:pt x="12272003" y="0"/>
                </a:lnTo>
                <a:lnTo>
                  <a:pt x="12272003" y="6933682"/>
                </a:lnTo>
                <a:lnTo>
                  <a:pt x="0" y="6933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NOVIEMBRE 2025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3761" y="614517"/>
            <a:ext cx="2823324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F1EFE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NORTE DE SANTANDER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33913" y="9716070"/>
            <a:ext cx="18288000" cy="5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</a:pPr>
            <a:r>
              <a:rPr lang="en-US" sz="3757" spc="-157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FUNDACIÓN ESTUDIOS SUPERIORES COMFANORTE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1371544"/>
            <a:ext cx="10464948" cy="90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6800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SEQUENCE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Personalizado</PresentationFormat>
  <Paragraphs>28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Calibri</vt:lpstr>
      <vt:lpstr>Arial</vt:lpstr>
      <vt:lpstr>Anton</vt:lpstr>
      <vt:lpstr>IBM Plex Sans Bold</vt:lpstr>
      <vt:lpstr>IBM Plex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DISCO DE FARADAY</dc:title>
  <cp:lastModifiedBy>Jairo Rincon</cp:lastModifiedBy>
  <cp:revision>2</cp:revision>
  <dcterms:created xsi:type="dcterms:W3CDTF">2006-08-16T00:00:00Z</dcterms:created>
  <dcterms:modified xsi:type="dcterms:W3CDTF">2025-11-25T02:50:08Z</dcterms:modified>
  <dc:identifier>DAG5quoJqUs</dc:identifier>
</cp:coreProperties>
</file>